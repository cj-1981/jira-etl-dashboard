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4C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 ETL DASHBOARD · QUICK START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the Dashboard in Relay Mode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56032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local relay fetches your Jira data; the dashboard page opens in your browser automatically.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3566160" cy="1143000"/>
          </a:xfrm>
          <a:prstGeom prst="roundRect">
            <a:avLst>
              <a:gd name="adj" fmla="val 6400"/>
            </a:avLst>
          </a:prstGeom>
          <a:solidFill>
            <a:srgbClr val="1C2E4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41788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Python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45445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scripts/jira_relay.py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06824" y="3977640"/>
            <a:ext cx="3566160" cy="1143000"/>
          </a:xfrm>
          <a:prstGeom prst="roundRect">
            <a:avLst>
              <a:gd name="adj" fmla="val 6400"/>
            </a:avLst>
          </a:prstGeom>
          <a:solidFill>
            <a:srgbClr val="1C2E47"/>
          </a:solidFill>
          <a:ln/>
        </p:spPr>
      </p:sp>
      <p:sp>
        <p:nvSpPr>
          <p:cNvPr id="9" name="Text 7"/>
          <p:cNvSpPr/>
          <p:nvPr/>
        </p:nvSpPr>
        <p:spPr>
          <a:xfrm>
            <a:off x="4535424" y="41788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Windows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35424" y="45445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jira-relay.exe + relay.env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65008" y="3977640"/>
            <a:ext cx="3566160" cy="1143000"/>
          </a:xfrm>
          <a:prstGeom prst="roundRect">
            <a:avLst>
              <a:gd name="adj" fmla="val 6400"/>
            </a:avLst>
          </a:prstGeom>
          <a:solidFill>
            <a:srgbClr val="1C2E47"/>
          </a:solidFill>
          <a:ln/>
        </p:spPr>
      </p:sp>
      <p:sp>
        <p:nvSpPr>
          <p:cNvPr id="12" name="Text 10"/>
          <p:cNvSpPr/>
          <p:nvPr/>
        </p:nvSpPr>
        <p:spPr>
          <a:xfrm>
            <a:off x="8293608" y="41788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macOS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93608" y="45445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jira-relay + relay.env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5806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paths reach the same dashboard — pick the one that matches your machine.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 mode at a glance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page, two parts: the dashboard is public, the data stays local.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200400" cy="1920240"/>
          </a:xfrm>
          <a:prstGeom prst="roundRect">
            <a:avLst>
              <a:gd name="adj" fmla="val 3810"/>
            </a:avLst>
          </a:prstGeom>
          <a:solidFill>
            <a:srgbClr val="F2F6FC"/>
          </a:solidFill>
          <a:ln w="12700">
            <a:solidFill>
              <a:srgbClr val="DFE7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286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SPA from GitHub Pages — KPIs computed in your browser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09160" y="2011680"/>
            <a:ext cx="2788920" cy="1920240"/>
          </a:xfrm>
          <a:prstGeom prst="roundRect">
            <a:avLst>
              <a:gd name="adj" fmla="val 3810"/>
            </a:avLst>
          </a:prstGeom>
          <a:solidFill>
            <a:srgbClr val="0052CC"/>
          </a:solidFill>
          <a:ln/>
        </p:spPr>
      </p:sp>
      <p:sp>
        <p:nvSpPr>
          <p:cNvPr id="8" name="Text 6"/>
          <p:cNvSpPr/>
          <p:nvPr/>
        </p:nvSpPr>
        <p:spPr>
          <a:xfrm>
            <a:off x="4892040" y="22860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relay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92040" y="269748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9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127.0.0.1:8765 · SQLite store · Jira token stays in relay.env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458200" y="2011680"/>
            <a:ext cx="3108960" cy="1920240"/>
          </a:xfrm>
          <a:prstGeom prst="roundRect">
            <a:avLst>
              <a:gd name="adj" fmla="val 3810"/>
            </a:avLst>
          </a:prstGeom>
          <a:solidFill>
            <a:srgbClr val="F2F6FC"/>
          </a:solidFill>
          <a:ln w="12700">
            <a:solidFill>
              <a:srgbClr val="DFE7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41080" y="2286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 Cloud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41080" y="26974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— tickets pulled via JQL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931920" y="2971800"/>
            <a:ext cx="685800" cy="0"/>
          </a:xfrm>
          <a:prstGeom prst="line">
            <a:avLst/>
          </a:prstGeom>
          <a:noFill/>
          <a:ln w="25400">
            <a:solidFill>
              <a:srgbClr val="6B778C"/>
            </a:solidFill>
            <a:prstDash val="solid"/>
            <a:headEnd type="triangl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589520" y="2971800"/>
            <a:ext cx="777240" cy="0"/>
          </a:xfrm>
          <a:prstGeom prst="line">
            <a:avLst/>
          </a:prstGeom>
          <a:noFill/>
          <a:ln w="25400">
            <a:solidFill>
              <a:srgbClr val="6B778C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548640" y="41605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/dataset (gzip) feeds the page · POST /sync pulls from Jira with Basic auth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80060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URL, private data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512064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your relay running, the Pages site has nothing to show — no secrets ship in the bundle.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263640" y="480060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CORS deny-by-default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63640" y="512064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origin in ALLOWED_ORIGIN may read your dataset — never set it to *.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setup guide: docs/STATIC_RELAY_MODE.md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926080" cy="402336"/>
          </a:xfrm>
          <a:prstGeom prst="roundRect">
            <a:avLst>
              <a:gd name="adj" fmla="val 50000"/>
            </a:avLst>
          </a:prstGeom>
          <a:solidFill>
            <a:srgbClr val="E9F2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05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1 · PYTHON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it with one command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020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5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43000" y="20574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relay.env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242316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scripts/relay.env.example next to the script and fill in Jira URL, email, API token and ALLOWED_ORIGIN.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255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5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143000" y="32918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the relay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365760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scripts/jira_relay.py — standard library only, nothing to pip install.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489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5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143000" y="45262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browser opens the dashboard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489204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relay launches the page automatically and connects it to localhost:8765.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629400" y="2057400"/>
            <a:ext cx="4983480" cy="2743200"/>
          </a:xfrm>
          <a:prstGeom prst="roundRect">
            <a:avLst>
              <a:gd name="adj" fmla="val 2667"/>
            </a:avLst>
          </a:prstGeom>
          <a:solidFill>
            <a:srgbClr val="0F1B2D"/>
          </a:solidFill>
          <a:ln/>
          <a:effectLst>
            <a:outerShdw sx="100000" sy="100000" kx="0" ky="0" algn="bl" rotWithShape="0" blurRad="88900" dist="25400" dir="2700000">
              <a:srgbClr val="1C2E47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0" y="2286000"/>
            <a:ext cx="128016" cy="12801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6" name="Shape 14"/>
          <p:cNvSpPr/>
          <p:nvPr/>
        </p:nvSpPr>
        <p:spPr>
          <a:xfrm>
            <a:off x="7077456" y="2286000"/>
            <a:ext cx="128016" cy="12801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7" name="Shape 15"/>
          <p:cNvSpPr/>
          <p:nvPr/>
        </p:nvSpPr>
        <p:spPr>
          <a:xfrm>
            <a:off x="7296912" y="2286000"/>
            <a:ext cx="128016" cy="12801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265176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scripts/jira_relay.py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9FB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config:  relay.env loaded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9FB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listening on http://127.0.0.1:8765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9FB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store:   data/relay.db (SQLite)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4C9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 dashboard opened in your browser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Headless sync: python scripts/jira_relay.py --sync --connection main --projects PROJ · --no-open skips the browser.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926080" cy="402336"/>
          </a:xfrm>
          <a:prstGeom prst="roundRect">
            <a:avLst>
              <a:gd name="adj" fmla="val 50000"/>
            </a:avLst>
          </a:prstGeom>
          <a:solidFill>
            <a:srgbClr val="E9F2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05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2 · WINDOWS .EXE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 SmartScreen, then double-click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020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5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43000" y="20574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the folder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242316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jira-relay.exe and a filled-in relay.env (template: scripts/relay.env.example) into one folder.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255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5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143000" y="32918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Double-click jira-relay.exe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365760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SmartScreen steps in — “Windows protected your PC”. Expected for an unsigned exe.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489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143000" y="45262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info  →  Run anyway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489204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relay starts, creates data\relay.db next to the exe, and opens the dashboard.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629400" y="1828800"/>
            <a:ext cx="4983480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sx="100000" sy="100000" kx="0" ky="0" algn="bl" rotWithShape="0" blurRad="88900" dist="25400" dir="2700000">
              <a:srgbClr val="1C2E47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837676" y="2084832"/>
            <a:ext cx="566928" cy="566928"/>
          </a:xfrm>
          <a:prstGeom prst="ellipse">
            <a:avLst/>
          </a:prstGeom>
          <a:solidFill>
            <a:srgbClr val="0052CC"/>
          </a:solidFill>
          <a:ln/>
        </p:spPr>
      </p:sp>
      <p:sp>
        <p:nvSpPr>
          <p:cNvPr id="16" name="Text 14"/>
          <p:cNvSpPr/>
          <p:nvPr/>
        </p:nvSpPr>
        <p:spPr>
          <a:xfrm>
            <a:off x="8837676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812280" y="2788920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protected your PC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040880" y="3154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SmartScreen prevented an unrecognized app from starting. Running this app might put your PC at risk.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680960" y="4069080"/>
            <a:ext cx="1325880" cy="402336"/>
          </a:xfrm>
          <a:prstGeom prst="roundRect">
            <a:avLst>
              <a:gd name="adj" fmla="val 11364"/>
            </a:avLst>
          </a:prstGeom>
          <a:solidFill>
            <a:srgbClr val="EDEFF2"/>
          </a:solidFill>
          <a:ln/>
        </p:spPr>
      </p:sp>
      <p:sp>
        <p:nvSpPr>
          <p:cNvPr id="20" name="Text 18"/>
          <p:cNvSpPr/>
          <p:nvPr/>
        </p:nvSpPr>
        <p:spPr>
          <a:xfrm>
            <a:off x="7680960" y="4069080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run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235440" y="4069080"/>
            <a:ext cx="1325880" cy="402336"/>
          </a:xfrm>
          <a:prstGeom prst="roundRect">
            <a:avLst>
              <a:gd name="adj" fmla="val 11364"/>
            </a:avLst>
          </a:prstGeom>
          <a:solidFill>
            <a:srgbClr val="EDEFF2"/>
          </a:solidFill>
          <a:ln/>
        </p:spPr>
      </p:sp>
      <p:sp>
        <p:nvSpPr>
          <p:cNvPr id="22" name="Text 20"/>
          <p:cNvSpPr/>
          <p:nvPr/>
        </p:nvSpPr>
        <p:spPr>
          <a:xfrm>
            <a:off x="9235440" y="4069080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5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info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629400" y="48463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50" kern="0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KEY STEP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223760" y="5138928"/>
            <a:ext cx="3794760" cy="475488"/>
          </a:xfrm>
          <a:prstGeom prst="roundRect">
            <a:avLst>
              <a:gd name="adj" fmla="val 50000"/>
            </a:avLst>
          </a:prstGeom>
          <a:solidFill>
            <a:srgbClr val="D9480F"/>
          </a:solidFill>
          <a:ln/>
        </p:spPr>
      </p:sp>
      <p:sp>
        <p:nvSpPr>
          <p:cNvPr id="25" name="Text 23"/>
          <p:cNvSpPr/>
          <p:nvPr/>
        </p:nvSpPr>
        <p:spPr>
          <a:xfrm>
            <a:off x="7223760" y="5138928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info  →  Run anyway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builds skip this warning · relay.env holds your Jira token — never commit it.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926080" cy="402336"/>
          </a:xfrm>
          <a:prstGeom prst="roundRect">
            <a:avLst>
              <a:gd name="adj" fmla="val 50000"/>
            </a:avLst>
          </a:prstGeom>
          <a:solidFill>
            <a:srgbClr val="E9F2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05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3 · MACOS BINARY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One-time allow in Privacy &amp; Security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020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5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43000" y="20574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the folder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242316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jira-relay and a filled-in relay.env into one folder, then launch it once: ./jira-relay.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255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52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143000" y="32918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macOS blocks the first launch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365760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Gatekeeper stops the unsigned binary — expected, and the system remembers it.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489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143000" y="45262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Anyway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489204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Settings → Privacy &amp; Security → Open Anyway → authenticate → Open.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629400" y="1828800"/>
            <a:ext cx="498348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sx="100000" sy="100000" kx="0" ky="0" algn="bl" rotWithShape="0" blurRad="88900" dist="25400" dir="2700000">
              <a:srgbClr val="1C2E47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03720" y="202996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Settings · Privacy &amp; Security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903720" y="2395728"/>
            <a:ext cx="4434840" cy="0"/>
          </a:xfrm>
          <a:prstGeom prst="line">
            <a:avLst/>
          </a:prstGeom>
          <a:noFill/>
          <a:ln w="12700">
            <a:solidFill>
              <a:srgbClr val="E4E9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03720" y="2542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B7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03720" y="2926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“jira-relay” was blocked to protect your Mac.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03720" y="36393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developer cannot be verified.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646920" y="3246120"/>
            <a:ext cx="1691640" cy="420624"/>
          </a:xfrm>
          <a:prstGeom prst="roundRect">
            <a:avLst>
              <a:gd name="adj" fmla="val 13043"/>
            </a:avLst>
          </a:prstGeom>
          <a:solidFill>
            <a:srgbClr val="0052CC"/>
          </a:solidFill>
          <a:ln/>
        </p:spPr>
      </p:sp>
      <p:sp>
        <p:nvSpPr>
          <p:cNvPr id="21" name="Text 19"/>
          <p:cNvSpPr/>
          <p:nvPr/>
        </p:nvSpPr>
        <p:spPr>
          <a:xfrm>
            <a:off x="9646920" y="3246120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Anyway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629400" y="49377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50" kern="0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KEY STEP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040880" y="5230368"/>
            <a:ext cx="4160520" cy="475488"/>
          </a:xfrm>
          <a:prstGeom prst="roundRect">
            <a:avLst>
              <a:gd name="adj" fmla="val 50000"/>
            </a:avLst>
          </a:prstGeom>
          <a:solidFill>
            <a:srgbClr val="D9480F"/>
          </a:solidFill>
          <a:ln/>
        </p:spPr>
      </p:sp>
      <p:sp>
        <p:nvSpPr>
          <p:cNvPr id="24" name="Text 22"/>
          <p:cNvSpPr/>
          <p:nvPr/>
        </p:nvSpPr>
        <p:spPr>
          <a:xfrm>
            <a:off x="7040880" y="5230368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Anyway  →  Touch ID  →  Open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prompt returns only when an update replaces the binary · signed &amp; notarized builds never prompt.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4C9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THE RELAY STARTS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dashboard, opened for you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6675120" cy="3840480"/>
          </a:xfrm>
          <a:prstGeom prst="roundRect">
            <a:avLst>
              <a:gd name="adj" fmla="val 1905"/>
            </a:avLst>
          </a:prstGeom>
          <a:solidFill>
            <a:srgbClr val="1C2E47"/>
          </a:solidFill>
          <a:ln/>
          <a:effectLst>
            <a:outerShdw sx="100000" sy="100000" kx="0" ky="0" algn="bl" rotWithShape="0" blurRad="88900" dist="25400" dir="2700000">
              <a:srgbClr val="1C2E47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340864"/>
            <a:ext cx="128016" cy="12801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6" name="Shape 4"/>
          <p:cNvSpPr/>
          <p:nvPr/>
        </p:nvSpPr>
        <p:spPr>
          <a:xfrm>
            <a:off x="1088136" y="2340864"/>
            <a:ext cx="128016" cy="12801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7" name="Shape 5"/>
          <p:cNvSpPr/>
          <p:nvPr/>
        </p:nvSpPr>
        <p:spPr>
          <a:xfrm>
            <a:off x="1307592" y="2340864"/>
            <a:ext cx="128016" cy="12801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8" name="Shape 6"/>
          <p:cNvSpPr/>
          <p:nvPr/>
        </p:nvSpPr>
        <p:spPr>
          <a:xfrm>
            <a:off x="2148840" y="2286000"/>
            <a:ext cx="3108960" cy="310896"/>
          </a:xfrm>
          <a:prstGeom prst="roundRect">
            <a:avLst>
              <a:gd name="adj" fmla="val 50000"/>
            </a:avLst>
          </a:prstGeom>
          <a:solidFill>
            <a:srgbClr val="0F1B2D"/>
          </a:solidFill>
          <a:ln/>
        </p:spPr>
      </p:sp>
      <p:sp>
        <p:nvSpPr>
          <p:cNvPr id="9" name="Text 7"/>
          <p:cNvSpPr/>
          <p:nvPr/>
        </p:nvSpPr>
        <p:spPr>
          <a:xfrm>
            <a:off x="2148840" y="228600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github.io/jira-etl-dashboard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86384" y="2724912"/>
            <a:ext cx="6382512" cy="3072384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060704" y="2907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 ETL Dashboard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60704" y="32004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 mode · Simple view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60704" y="3611880"/>
            <a:ext cx="1389888" cy="731520"/>
          </a:xfrm>
          <a:prstGeom prst="roundRect">
            <a:avLst>
              <a:gd name="adj" fmla="val 6250"/>
            </a:avLst>
          </a:prstGeom>
          <a:solidFill>
            <a:srgbClr val="EBF0F5"/>
          </a:solidFill>
          <a:ln/>
        </p:spPr>
      </p:sp>
      <p:sp>
        <p:nvSpPr>
          <p:cNvPr id="14" name="Shape 12"/>
          <p:cNvSpPr/>
          <p:nvPr/>
        </p:nvSpPr>
        <p:spPr>
          <a:xfrm>
            <a:off x="1197864" y="3767328"/>
            <a:ext cx="502920" cy="109728"/>
          </a:xfrm>
          <a:prstGeom prst="rect">
            <a:avLst/>
          </a:prstGeom>
          <a:solidFill>
            <a:srgbClr val="D5DCE4"/>
          </a:solidFill>
          <a:ln/>
        </p:spPr>
      </p:sp>
      <p:sp>
        <p:nvSpPr>
          <p:cNvPr id="15" name="Shape 13"/>
          <p:cNvSpPr/>
          <p:nvPr/>
        </p:nvSpPr>
        <p:spPr>
          <a:xfrm>
            <a:off x="1197864" y="4023360"/>
            <a:ext cx="822960" cy="91440"/>
          </a:xfrm>
          <a:prstGeom prst="rect">
            <a:avLst/>
          </a:prstGeom>
          <a:solidFill>
            <a:srgbClr val="D5DCE4"/>
          </a:solidFill>
          <a:ln/>
        </p:spPr>
      </p:sp>
      <p:sp>
        <p:nvSpPr>
          <p:cNvPr id="16" name="Shape 14"/>
          <p:cNvSpPr/>
          <p:nvPr/>
        </p:nvSpPr>
        <p:spPr>
          <a:xfrm>
            <a:off x="2578608" y="3611880"/>
            <a:ext cx="1389888" cy="731520"/>
          </a:xfrm>
          <a:prstGeom prst="roundRect">
            <a:avLst>
              <a:gd name="adj" fmla="val 6250"/>
            </a:avLst>
          </a:prstGeom>
          <a:solidFill>
            <a:srgbClr val="EBF0F5"/>
          </a:solidFill>
          <a:ln/>
        </p:spPr>
      </p:sp>
      <p:sp>
        <p:nvSpPr>
          <p:cNvPr id="17" name="Shape 15"/>
          <p:cNvSpPr/>
          <p:nvPr/>
        </p:nvSpPr>
        <p:spPr>
          <a:xfrm>
            <a:off x="2715768" y="3767328"/>
            <a:ext cx="502920" cy="109728"/>
          </a:xfrm>
          <a:prstGeom prst="rect">
            <a:avLst/>
          </a:prstGeom>
          <a:solidFill>
            <a:srgbClr val="D5DCE4"/>
          </a:solidFill>
          <a:ln/>
        </p:spPr>
      </p:sp>
      <p:sp>
        <p:nvSpPr>
          <p:cNvPr id="18" name="Shape 16"/>
          <p:cNvSpPr/>
          <p:nvPr/>
        </p:nvSpPr>
        <p:spPr>
          <a:xfrm>
            <a:off x="2715768" y="4023360"/>
            <a:ext cx="822960" cy="91440"/>
          </a:xfrm>
          <a:prstGeom prst="rect">
            <a:avLst/>
          </a:prstGeom>
          <a:solidFill>
            <a:srgbClr val="D5DCE4"/>
          </a:solidFill>
          <a:ln/>
        </p:spPr>
      </p:sp>
      <p:sp>
        <p:nvSpPr>
          <p:cNvPr id="19" name="Shape 17"/>
          <p:cNvSpPr/>
          <p:nvPr/>
        </p:nvSpPr>
        <p:spPr>
          <a:xfrm>
            <a:off x="4096512" y="3611880"/>
            <a:ext cx="1389888" cy="731520"/>
          </a:xfrm>
          <a:prstGeom prst="roundRect">
            <a:avLst>
              <a:gd name="adj" fmla="val 6250"/>
            </a:avLst>
          </a:prstGeom>
          <a:solidFill>
            <a:srgbClr val="EBF0F5"/>
          </a:solidFill>
          <a:ln/>
        </p:spPr>
      </p:sp>
      <p:sp>
        <p:nvSpPr>
          <p:cNvPr id="20" name="Shape 18"/>
          <p:cNvSpPr/>
          <p:nvPr/>
        </p:nvSpPr>
        <p:spPr>
          <a:xfrm>
            <a:off x="4233672" y="3767328"/>
            <a:ext cx="502920" cy="109728"/>
          </a:xfrm>
          <a:prstGeom prst="rect">
            <a:avLst/>
          </a:prstGeom>
          <a:solidFill>
            <a:srgbClr val="D5DCE4"/>
          </a:solidFill>
          <a:ln/>
        </p:spPr>
      </p:sp>
      <p:sp>
        <p:nvSpPr>
          <p:cNvPr id="21" name="Shape 19"/>
          <p:cNvSpPr/>
          <p:nvPr/>
        </p:nvSpPr>
        <p:spPr>
          <a:xfrm>
            <a:off x="4233672" y="4023360"/>
            <a:ext cx="822960" cy="91440"/>
          </a:xfrm>
          <a:prstGeom prst="rect">
            <a:avLst/>
          </a:prstGeom>
          <a:solidFill>
            <a:srgbClr val="D5DCE4"/>
          </a:solidFill>
          <a:ln/>
        </p:spPr>
      </p:sp>
      <p:sp>
        <p:nvSpPr>
          <p:cNvPr id="22" name="Shape 20"/>
          <p:cNvSpPr/>
          <p:nvPr/>
        </p:nvSpPr>
        <p:spPr>
          <a:xfrm>
            <a:off x="5614416" y="3611880"/>
            <a:ext cx="1389888" cy="731520"/>
          </a:xfrm>
          <a:prstGeom prst="roundRect">
            <a:avLst>
              <a:gd name="adj" fmla="val 6250"/>
            </a:avLst>
          </a:prstGeom>
          <a:solidFill>
            <a:srgbClr val="EBF0F5"/>
          </a:solidFill>
          <a:ln/>
        </p:spPr>
      </p:sp>
      <p:sp>
        <p:nvSpPr>
          <p:cNvPr id="23" name="Shape 21"/>
          <p:cNvSpPr/>
          <p:nvPr/>
        </p:nvSpPr>
        <p:spPr>
          <a:xfrm>
            <a:off x="5751576" y="3767328"/>
            <a:ext cx="502920" cy="109728"/>
          </a:xfrm>
          <a:prstGeom prst="rect">
            <a:avLst/>
          </a:prstGeom>
          <a:solidFill>
            <a:srgbClr val="D5DCE4"/>
          </a:solidFill>
          <a:ln/>
        </p:spPr>
      </p:sp>
      <p:sp>
        <p:nvSpPr>
          <p:cNvPr id="24" name="Shape 22"/>
          <p:cNvSpPr/>
          <p:nvPr/>
        </p:nvSpPr>
        <p:spPr>
          <a:xfrm>
            <a:off x="5751576" y="4023360"/>
            <a:ext cx="822960" cy="91440"/>
          </a:xfrm>
          <a:prstGeom prst="rect">
            <a:avLst/>
          </a:prstGeom>
          <a:solidFill>
            <a:srgbClr val="D5DCE4"/>
          </a:solidFill>
          <a:ln/>
        </p:spPr>
      </p:sp>
      <p:sp>
        <p:nvSpPr>
          <p:cNvPr id="25" name="Shape 23"/>
          <p:cNvSpPr/>
          <p:nvPr/>
        </p:nvSpPr>
        <p:spPr>
          <a:xfrm>
            <a:off x="1060704" y="4526280"/>
            <a:ext cx="4023360" cy="1051560"/>
          </a:xfrm>
          <a:prstGeom prst="roundRect">
            <a:avLst>
              <a:gd name="adj" fmla="val 4348"/>
            </a:avLst>
          </a:prstGeom>
          <a:solidFill>
            <a:srgbClr val="EBF0F5"/>
          </a:solidFill>
          <a:ln/>
        </p:spPr>
      </p:sp>
      <p:sp>
        <p:nvSpPr>
          <p:cNvPr id="26" name="Shape 24"/>
          <p:cNvSpPr/>
          <p:nvPr/>
        </p:nvSpPr>
        <p:spPr>
          <a:xfrm>
            <a:off x="5212080" y="452628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0052CC"/>
          </a:solidFill>
          <a:ln/>
        </p:spPr>
      </p:sp>
      <p:sp>
        <p:nvSpPr>
          <p:cNvPr id="27" name="Text 25"/>
          <p:cNvSpPr/>
          <p:nvPr/>
        </p:nvSpPr>
        <p:spPr>
          <a:xfrm>
            <a:off x="5212080" y="4526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Jira Extraction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772400" y="2313432"/>
            <a:ext cx="82296" cy="82296"/>
          </a:xfrm>
          <a:prstGeom prst="rect">
            <a:avLst/>
          </a:prstGeom>
          <a:solidFill>
            <a:srgbClr val="4C9AFF"/>
          </a:solidFill>
          <a:ln/>
        </p:spPr>
      </p:sp>
      <p:sp>
        <p:nvSpPr>
          <p:cNvPr id="29" name="Text 27"/>
          <p:cNvSpPr/>
          <p:nvPr/>
        </p:nvSpPr>
        <p:spPr>
          <a:xfrm>
            <a:off x="8001000" y="22402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 automatically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001000" y="2532888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system default browser, on every relay start — use --no-open to suppress.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772400" y="3273552"/>
            <a:ext cx="82296" cy="82296"/>
          </a:xfrm>
          <a:prstGeom prst="rect">
            <a:avLst/>
          </a:prstGeom>
          <a:solidFill>
            <a:srgbClr val="4C9AFF"/>
          </a:solidFill>
          <a:ln/>
        </p:spPr>
      </p:sp>
      <p:sp>
        <p:nvSpPr>
          <p:cNvPr id="32" name="Text 30"/>
          <p:cNvSpPr/>
          <p:nvPr/>
        </p:nvSpPr>
        <p:spPr>
          <a:xfrm>
            <a:off x="8001000" y="32004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http://localhost:8765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001000" y="3493008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relay URL is preconfigured under Settings → Connections.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7772400" y="4233672"/>
            <a:ext cx="82296" cy="82296"/>
          </a:xfrm>
          <a:prstGeom prst="rect">
            <a:avLst/>
          </a:prstGeom>
          <a:solidFill>
            <a:srgbClr val="4C9AFF"/>
          </a:solidFill>
          <a:ln/>
        </p:spPr>
      </p:sp>
      <p:sp>
        <p:nvSpPr>
          <p:cNvPr id="35" name="Text 33"/>
          <p:cNvSpPr/>
          <p:nvPr/>
        </p:nvSpPr>
        <p:spPr>
          <a:xfrm>
            <a:off x="8001000" y="41605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Jira Extraction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001000" y="4453128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Data Center it pulls fresh tickets from Jira through the relay.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7772400" y="5193792"/>
            <a:ext cx="82296" cy="82296"/>
          </a:xfrm>
          <a:prstGeom prst="rect">
            <a:avLst/>
          </a:prstGeom>
          <a:solidFill>
            <a:srgbClr val="4C9AFF"/>
          </a:solidFill>
          <a:ln/>
        </p:spPr>
      </p:sp>
      <p:sp>
        <p:nvSpPr>
          <p:cNvPr id="38" name="Text 36"/>
          <p:cNvSpPr/>
          <p:nvPr/>
        </p:nvSpPr>
        <p:spPr>
          <a:xfrm>
            <a:off x="8001000" y="51206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by design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001000" y="5413248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compute in your browser — the Jira token never leaves relay.env.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8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guide: docs/STATIC_RELAY_MODE.md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Relay Mode Quick Start</dc:title>
  <dc:subject>PptxGenJS Presentation</dc:subject>
  <dc:creator>Jira ETL Dashboard</dc:creator>
  <cp:lastModifiedBy>Jira ETL Dashboard</cp:lastModifiedBy>
  <cp:revision>1</cp:revision>
  <dcterms:created xsi:type="dcterms:W3CDTF">2026-10-22T11:32:21Z</dcterms:created>
  <dcterms:modified xsi:type="dcterms:W3CDTF">2026-10-22T11:32:21Z</dcterms:modified>
</cp:coreProperties>
</file>